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3611880"/>
            <a:ext cx="4327855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8FAFC"/>
                </a:solidFill>
                <a:latin typeface="Aptos Display"/>
              </a:rPr>
              <a:t>Bazel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8FAFC"/>
                </a:solidFill>
                <a:latin typeface="Aptos"/>
              </a:rPr>
              <a:t>Explain the model first, then prove it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71800"/>
            <a:ext cx="283464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2200">
                <a:solidFill>
                  <a:srgbClr val="F8FAFC"/>
                </a:solidFill>
                <a:latin typeface="Aptos"/>
              </a:rPr>
              <a:t>Speed
Correctness
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ptos"/>
              </a:rPr>
              <a:t>Techtalk deck generated from workspace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F172A"/>
                </a:solidFill>
                <a:latin typeface="Aptos Display"/>
              </a:rPr>
              <a:t>Bazel and Important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Bazel: graph-based build and test system.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Target: buildable or testable unit (for example //app:demo_app).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Dependency graph: explicit relationships between targets.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Cache: reuse outputs when inputs are unchanged.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3931920" cy="2103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2200">
                <a:solidFill>
                  <a:srgbClr val="F8FAFC"/>
                </a:solidFill>
                <a:latin typeface="Aptos"/>
              </a:rPr>
              <a:t>Focus
Core terms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ptos"/>
              </a:rPr>
              <a:t>Bazel Techtalk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F172A"/>
                </a:solidFill>
                <a:latin typeface="Aptos Display"/>
              </a:rPr>
              <a:t>Q&amp;A Round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Any questions on Bazel basics so far?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Target, dependency graph, and cache are the key ideas.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If this is clear, we will move to a quick concept check.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3931920" cy="21031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2200">
                <a:solidFill>
                  <a:srgbClr val="F8FAFC"/>
                </a:solidFill>
                <a:latin typeface="Aptos"/>
              </a:rPr>
              <a:t>Goal
Quick clarity before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ptos"/>
              </a:rPr>
              <a:t>Bazel Techtalk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F172A"/>
                </a:solidFill>
                <a:latin typeface="Aptos Display"/>
              </a:rPr>
              <a:t>Quick Check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If one file changes, should everything rebuild?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What does //app:demo_app represent?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What does Bazel reuse when inputs are unchanged?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Which command shows dependencies of a target?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3931920" cy="21031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2200">
                <a:solidFill>
                  <a:srgbClr val="F8FAFC"/>
                </a:solidFill>
                <a:latin typeface="Aptos"/>
              </a:rPr>
              <a:t>Engagement
Check understanding.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ptos"/>
              </a:rPr>
              <a:t>Bazel Techtalk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F172A"/>
                </a:solidFill>
                <a:latin typeface="Aptos Display"/>
              </a:rPr>
              <a:t>Simple Project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Use app/, lib/, and tests/ to show target structure.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Run query, run, test, and small edit workflow.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Call out selective rebuild and cache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3931920" cy="21031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2200">
                <a:solidFill>
                  <a:srgbClr val="F8FAFC"/>
                </a:solidFill>
                <a:latin typeface="Aptos"/>
              </a:rPr>
              <a:t>Approach
Show it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ptos"/>
              </a:rPr>
              <a:t>Bazel Techtalk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F172A"/>
                </a:solidFill>
                <a:latin typeface="Aptos Display"/>
              </a:rPr>
              <a:t>Q&amp;A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Any questions from the live demo so far?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We can revisit deps and rdeps if you want impact examples.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If this is clear, we will move to hands-on practice.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3931920" cy="2103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2200">
                <a:solidFill>
                  <a:srgbClr val="F8FAFC"/>
                </a:solidFill>
                <a:latin typeface="Aptos"/>
              </a:rPr>
              <a:t>Goal
Answer practical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ptos"/>
              </a:rPr>
              <a:t>Bazel Techtalk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F172A"/>
                </a:solidFill>
                <a:latin typeface="Aptos Display"/>
              </a:rPr>
              <a:t>Audience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Clone https://github.com/Ganagood/Techtalk.git to your machine.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Open the repo locally and run the same Bazel commands.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Repeat the flow and see the rebuild behavior yourself.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3931920" cy="21031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2200">
                <a:solidFill>
                  <a:srgbClr val="F8FAFC"/>
                </a:solidFill>
                <a:latin typeface="Aptos"/>
              </a:rPr>
              <a:t>Practice
Audience runs it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ptos"/>
              </a:rPr>
              <a:t>Bazel Techtalk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F172A"/>
                </a:solidFill>
                <a:latin typeface="Aptos Display"/>
              </a:rPr>
              <a:t>Official Documentation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Main docs: https://bazel.build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Query reference: https://bazel.build/query/language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Bzlmod guide: https://bazel.build/external/overview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Rules and ecosystem: https://github.com/bazelbuild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3931920" cy="21031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2200">
                <a:solidFill>
                  <a:srgbClr val="F8FAFC"/>
                </a:solidFill>
                <a:latin typeface="Aptos"/>
              </a:rPr>
              <a:t>Next
Share official docs.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ptos"/>
              </a:rPr>
              <a:t>Bazel Techtalk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F172A"/>
                </a:solidFill>
                <a:latin typeface="Aptos Display"/>
              </a:rPr>
              <a:t>Fun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Funny question: Is your build faster than your coffee machine?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Funny question: How many times per day do we rebuild unchanged code?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0F172A"/>
                </a:solidFill>
                <a:latin typeface="Aptos"/>
              </a:rPr>
              <a:t>If no doubts remain, close the session with thanks.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3931920" cy="21031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2200">
                <a:solidFill>
                  <a:srgbClr val="F8FAFC"/>
                </a:solidFill>
                <a:latin typeface="Aptos"/>
              </a:rPr>
              <a:t>Wrap-up
Light close.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ptos"/>
              </a:rPr>
              <a:t>Bazel Techtalk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F172A"/>
                </a:solidFill>
                <a:latin typeface="Aptos Display"/>
              </a:rPr>
              <a:t>Live Demo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334155"/>
                </a:solidFill>
                <a:latin typeface="Aptos"/>
              </a:rPr>
              <a:t>Watch how Bazel responds to each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15600" cy="4069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94A3B8"/>
                </a:solidFill>
                <a:latin typeface="Aptos"/>
              </a:rPr>
              <a:t>Core demo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9875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bazel query //...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bazel run //app:demo_app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bazel run //app:demo_app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bazel test //tests:math_utils_test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# edit lib/math_utils.cc: 1.07 -&gt; 1.08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bazel run //app:demo_app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bazel query 'deps(//app:demo_app)'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ptos"/>
              </a:rPr>
              <a:t>Bazel Techtalk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F172A"/>
                </a:solidFill>
                <a:latin typeface="Aptos Display"/>
              </a:rPr>
              <a:t>Audience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334155"/>
                </a:solidFill>
                <a:latin typeface="Aptos"/>
              </a:rPr>
              <a:t>Clone the repo and run the same commands locally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15600" cy="3749039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94A3B8"/>
                </a:solidFill>
                <a:latin typeface="Aptos"/>
              </a:rPr>
              <a:t>Local practice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987552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git clone https://github.com/Ganagood/Techtalk.git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cd Techtalk/demo-project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bazel query //...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bazel run //app:demo_app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bazel test //tests:math_utils_test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# edit lib/math_utils.cc: 0.07 -&gt; 0.08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8FAFC"/>
                </a:solidFill>
                <a:latin typeface="Menlo"/>
              </a:rPr>
              <a:t>bazel run //app:demo_app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577840"/>
            <a:ext cx="10424160" cy="8686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0F172A"/>
                </a:solidFill>
                <a:latin typeface="Aptos"/>
              </a:rPr>
              <a:t>Repo</a:t>
            </a:r>
          </a:p>
          <a:p>
            <a:r>
              <a:rPr sz="1400">
                <a:solidFill>
                  <a:srgbClr val="334155"/>
                </a:solidFill>
                <a:latin typeface="Aptos"/>
              </a:rPr>
              <a:t>https://github.com/Ganagood/Techtalk.git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ptos"/>
              </a:rPr>
              <a:t>Bazel Techtalk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8FAFC"/>
                </a:solidFill>
                <a:latin typeface="Aptos Display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8FAFC"/>
                </a:solidFill>
                <a:latin typeface="Aptos"/>
              </a:rPr>
              <a:t>Any doubts before we wrap?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42416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0F172A"/>
                </a:solidFill>
                <a:latin typeface="Aptos"/>
              </a:rPr>
              <a:t>Funny check</a:t>
            </a:r>
          </a:p>
          <a:p>
            <a:r>
              <a:rPr sz="1400">
                <a:solidFill>
                  <a:srgbClr val="334155"/>
                </a:solidFill>
                <a:latin typeface="Aptos"/>
              </a:rPr>
              <a:t>If Bazel saves 15 minutes per engineer per day, what is that worth for your whole team in a month?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29000"/>
            <a:ext cx="1042416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0F172A"/>
                </a:solidFill>
                <a:latin typeface="Aptos"/>
              </a:rPr>
              <a:t>No more questions</a:t>
            </a:r>
          </a:p>
          <a:p>
            <a:r>
              <a:rPr sz="1400">
                <a:solidFill>
                  <a:srgbClr val="334155"/>
                </a:solidFill>
                <a:latin typeface="Aptos"/>
              </a:rPr>
              <a:t>If everything is clear, thank the audience and invite them to continue in the official docs.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1042416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0F172A"/>
                </a:solidFill>
                <a:latin typeface="Aptos"/>
              </a:rPr>
              <a:t>Final line</a:t>
            </a:r>
          </a:p>
          <a:p>
            <a:r>
              <a:rPr sz="1400">
                <a:solidFill>
                  <a:srgbClr val="334155"/>
                </a:solidFill>
                <a:latin typeface="Aptos"/>
              </a:rPr>
              <a:t>Bazel helps teams spend less time waiting and more time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ptos"/>
              </a:rPr>
              <a:t>Thank you | Questions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